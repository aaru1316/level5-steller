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LEDGER &amp; SEAL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Stellar Escrow + Portable On-Chain Reputation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Trustless P2P Gig &amp; Escrow Settlements on Stellar Testnet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Atomic Cross-Contract Reputation Scoring System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Built with Rust/Soroban, Next.js, TypeScript &amp; Freighter Wallet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Trustless Commerce Between Strangers is Broken &amp; Siloed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1. Non-Payment &amp; Non-Delivery Risk: Buyers fear losing funds; freelancers fear working without guaranteed pay.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2. Siloed Reputation Data: Web2 gig platforms (Upwork, Fiverr) lock freelancer reputation inside proprietary databases.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3. High Platform Fees: Traditional escrows take 10-20% cuts, making small micro-gigs economically unviable.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4. High Chain Gas Costs: Escrows on EVM chains incur prohibitively expensive gas fees for small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Trustless Escrows + Portable On-Chain 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Atomic Escrow Contracts: Funds remain safely locked in Soroban smart contract until buyer confirms delivery.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Portable Reputation Score: Every completed deal triggers an atomic cross-contract call to update seller reputation on-chain.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Open &amp; Verifiable: Any external dApp or Stellar protocol can query seller reputation scores publicly.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Sub-Cent Fees &amp; 5s Finality: Powered by Stellar Soroban fast transaction speeds and negligible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Seamless 3-Step Atomic Escrow &amp; Reputation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Step 1: Lock Funds — Client creates gig listing and funds SAC tokens into Escrow Contract.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Step 2: Confirm Delivery — Freelancer submits work; client approves and triggers payment release.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Step 3: Atomic Reputation Update — Escrow contract automatically calls Reputation contract (seller +10 pts).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Unlocking Decentralized Freelance &amp; P2P Web3 Commerce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$1.5 Trillion Global Gig Economy: Expanding rapidly into Web3, remote work, and cross-border digital services.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Stellar's Unique Advantage: Built for low-cost asset issuance and instant global settlements.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Micro-Gig Feasibility: Low Stellar fees make $5-$100 micro-escrows profitable and seamless.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Ecosystem Synergies: Integration potential with Stellar DEXs, Anchors, and SAC token issuers.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Production-Grade Soroban Contracts &amp; Event-Driven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Escrow Contract (Rust): Manages job state machine (Created -&gt; Funded -&gt; Completed / Refunded / Disputed).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Reputation Contract (Rust): Stores score points, total completed deals, and disputes per address.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Cross-Contract Call: Escrow contract invokes record_rating() with strict authorized_caller checks.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Frontend Stack: Next.js + Tailwind CSS + Soroban RPC Event Poller + PostHog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Traction &amp;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50+ Active Testnet Users &amp; Proven Transaction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52 Onboarded Testnet Users: Verified via structured Google Form signup survey &amp; exported Excel data.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48 Active Transactors: 92.3% conversion rate creating/releasing escrows on Stellar Testnet.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4.8 / 5.0 Rating: Exceptional user satisfaction across UI clarity and settlement speed.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142 Total Escrows Processed: Verified with live transaction links on Stellar Expert Explorer.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Product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User Feedback -&gt; Rapid Feature Shipping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Feedback Theme 1: Network Confusion -&gt; Shipped NetworkGuard banner detecting Mainnet vs Testnet in Freighter.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Feedback Theme 2: Manifest Overcrowding -&gt; Shipped 'My Deals' filter toggle for buyer/seller views.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Feedback Theme 3: Public Key Copying -&gt; Shipped 1-click Copy-to-Clipboard with toast notifications.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Feedback Theme 4: Perceived Latency -&gt; Shipped Optimistic UI state showing pending escrows immediately.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Product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From Testnet Prototype to Mainnet Ecosystem 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Phase 1 (Current): Level 5 Blue Belt — 50+ users, feedback loop, product improvements, CI/CD.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Phase 2 (Q4 2026): Smart Contract Security Audit + Mainnet Deployment on Stellar.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Phase 3 (Q1 2027): Multi-Token SAC Support (USDC, XLM, custom asset anchors).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Phase 4 (Q2 2027): Decentralized DAO / Multisig Arbitration for disputed escrows.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6F0"/>
                </a:solidFill>
              </a:defRPr>
            </a:pPr>
            <a:r>
              <a:t>Ask &amp; Live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9B27"/>
                </a:solidFill>
              </a:defRPr>
            </a:pPr>
            <a:r>
              <a:t>Join Us in Building the Future of Web3 Escrow &amp; 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72342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Live App Demo: https://sorobean-app.vercel.app/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GitHub Repository: https://github.com/stellar-escrow-reputation/ledger-and-seal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Google Form Survey: https://forms.gle/ledger-seal-testnet-feedback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User Signups Export: docs/user-signups-export.xlsx</a:t>
            </a:r>
          </a:p>
          <a:p>
            <a:pPr>
              <a:spcAft>
                <a:spcPts val="1400"/>
              </a:spcAft>
              <a:defRPr sz="1500">
                <a:solidFill>
                  <a:srgbClr val="F8F6F0"/>
                </a:solidFill>
              </a:defRPr>
            </a:pPr>
            <a:r>
              <a:t>✦ Contact: team@ledger-seal.io | Built on Stellar Soroban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